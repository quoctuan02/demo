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5" r:id="rId1"/>
  </p:sldMasterIdLst>
  <p:sldIdLst>
    <p:sldId id="256" r:id="rId2"/>
    <p:sldId id="257" r:id="rId3"/>
    <p:sldId id="259" r:id="rId4"/>
    <p:sldId id="267" r:id="rId5"/>
    <p:sldId id="272" r:id="rId6"/>
    <p:sldId id="276" r:id="rId7"/>
    <p:sldId id="282" r:id="rId8"/>
    <p:sldId id="288" r:id="rId9"/>
    <p:sldId id="290" r:id="rId10"/>
    <p:sldId id="293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7" autoAdjust="0"/>
  </p:normalViewPr>
  <p:slideViewPr>
    <p:cSldViewPr snapToGrid="0">
      <p:cViewPr varScale="1">
        <p:scale>
          <a:sx n="83" d="100"/>
          <a:sy n="83" d="100"/>
        </p:scale>
        <p:origin x="686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06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6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30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00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3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61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7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26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6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28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3048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01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360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52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05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6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46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0891" y="1541417"/>
            <a:ext cx="112340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 TRONG   C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90752" y="5366664"/>
            <a:ext cx="9283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 smtClean="0"/>
              <a:t>Mọi chi tiết góp ý liên hệ: </a:t>
            </a:r>
            <a:r>
              <a:rPr lang="vi-VN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Nguyễn Quốc Tuấn</a:t>
            </a:r>
          </a:p>
          <a:p>
            <a:r>
              <a:rPr lang="vi-VN" sz="2000" dirty="0" smtClean="0"/>
              <a:t>Email</a:t>
            </a:r>
            <a:r>
              <a:rPr lang="vi-VN" sz="2000" dirty="0" smtClean="0"/>
              <a:t>: </a:t>
            </a:r>
            <a:r>
              <a:rPr lang="vi-VN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linhty1802@gmail.com</a:t>
            </a:r>
          </a:p>
          <a:p>
            <a:r>
              <a:rPr lang="vi-VN" sz="2000" dirty="0" smtClean="0"/>
              <a:t>GitHub: </a:t>
            </a:r>
            <a:r>
              <a:rPr lang="en-US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https</a:t>
            </a: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://</a:t>
            </a:r>
            <a:r>
              <a:rPr lang="en-US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github.com/quocTuan02/demo/tree/master/C</a:t>
            </a: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86253" y="6465454"/>
            <a:ext cx="42475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2019 Nguyễn Quốc Tuấn Designers</a:t>
            </a:r>
          </a:p>
          <a:p>
            <a:pPr algn="r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0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80160" y="2638697"/>
            <a:ext cx="6818811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 là gì ?</a:t>
            </a:r>
          </a:p>
          <a:p>
            <a:pPr marL="457200" indent="-457200">
              <a:buFontTx/>
              <a:buChar char="-"/>
            </a:pPr>
            <a:r>
              <a:rPr lang="vi-V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ùng để làm gì ?</a:t>
            </a:r>
          </a:p>
          <a:p>
            <a:pPr marL="457200" indent="-457200">
              <a:buFontTx/>
              <a:buChar char="-"/>
            </a:pPr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Nó như thế nào ?</a:t>
            </a:r>
          </a:p>
          <a:p>
            <a:pPr marL="457200" indent="-457200">
              <a:buFontTx/>
              <a:buChar char="-"/>
            </a:pPr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loai hàm ?</a:t>
            </a:r>
          </a:p>
          <a:p>
            <a:pPr marL="457200" indent="-457200">
              <a:buFontTx/>
              <a:buChar char="-"/>
            </a:pPr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Làm sao để sử dụng được ?</a:t>
            </a:r>
          </a:p>
          <a:p>
            <a:pPr marL="457200" indent="-457200">
              <a:buFontTx/>
              <a:buChar char="-"/>
            </a:pPr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minh họa .</a:t>
            </a:r>
          </a:p>
          <a:p>
            <a:pPr marL="457200" indent="-457200">
              <a:buFontTx/>
              <a:buChar char="-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0607" y="542834"/>
            <a:ext cx="61308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dirty="0" smtClean="0">
                <a:latin typeface="+mj-lt"/>
              </a:rPr>
              <a:t>HÀM   </a:t>
            </a:r>
            <a:r>
              <a:rPr lang="vi-VN" sz="4000" dirty="0" smtClean="0"/>
              <a:t>( Funstion 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26467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40777" y="566057"/>
            <a:ext cx="372726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Hàm là gì ?</a:t>
            </a:r>
          </a:p>
          <a:p>
            <a:endParaRPr lang="en-US" sz="5500" dirty="0"/>
          </a:p>
        </p:txBody>
      </p:sp>
      <p:sp>
        <p:nvSpPr>
          <p:cNvPr id="7" name="TextBox 6"/>
          <p:cNvSpPr txBox="1"/>
          <p:nvPr/>
        </p:nvSpPr>
        <p:spPr>
          <a:xfrm>
            <a:off x="1079862" y="2002971"/>
            <a:ext cx="95620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/>
              <a:t>- Hàm là đoạn chương trình thực hiện trọn vẹn một công việc nhất định (cụ thể).</a:t>
            </a:r>
          </a:p>
          <a:p>
            <a:endParaRPr lang="vi-VN" sz="3200" dirty="0"/>
          </a:p>
          <a:p>
            <a:r>
              <a:rPr lang="vi-VN" sz="3200" dirty="0"/>
              <a:t>- Ví dụ: chức năng cộng, trừ, nhân, chia. Chức năng tìm số lớn nhất, nhỏ nhất, hoặc đổi chổ hai phần tử...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20994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7625" y="1609725"/>
            <a:ext cx="301942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62349" y="344210"/>
            <a:ext cx="8181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dirty="0" smtClean="0">
                <a:latin typeface="+mj-lt"/>
                <a:cs typeface="Times New Roman" panose="02020603050405020304" pitchFamily="18" charset="0"/>
              </a:rPr>
              <a:t>Hàm dùng để làm </a:t>
            </a:r>
            <a:r>
              <a:rPr lang="vi-VN" sz="6000" dirty="0">
                <a:latin typeface="+mj-lt"/>
                <a:cs typeface="Times New Roman" panose="02020603050405020304" pitchFamily="18" charset="0"/>
              </a:rPr>
              <a:t>gì </a:t>
            </a:r>
            <a:r>
              <a:rPr lang="vi-VN" sz="6000" dirty="0" smtClean="0">
                <a:latin typeface="+mj-lt"/>
                <a:cs typeface="Times New Roman" panose="02020603050405020304" pitchFamily="18" charset="0"/>
              </a:rPr>
              <a:t>?</a:t>
            </a:r>
            <a:endParaRPr lang="en-US" sz="6000" dirty="0">
              <a:latin typeface="+mj-lt"/>
            </a:endParaRPr>
          </a:p>
          <a:p>
            <a:endParaRPr lang="en-US" sz="60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2082905"/>
            <a:ext cx="102499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3200" dirty="0" smtClean="0">
                <a:cs typeface="Times New Roman" panose="02020603050405020304" pitchFamily="18" charset="0"/>
              </a:rPr>
              <a:t>Hàm giúp tách một chương trinh ra thành các đoạn code nhỏ có chức năng cụ thể, hoàn chỉnh.</a:t>
            </a:r>
          </a:p>
          <a:p>
            <a:pPr marL="457200" indent="-457200">
              <a:buFontTx/>
              <a:buChar char="-"/>
            </a:pPr>
            <a:endParaRPr lang="vi-VN" sz="3200" dirty="0" smtClean="0"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3200" dirty="0" smtClean="0">
                <a:cs typeface="Times New Roman" panose="02020603050405020304" pitchFamily="18" charset="0"/>
              </a:rPr>
              <a:t>Dễ quản lý chương trinh.</a:t>
            </a:r>
          </a:p>
          <a:p>
            <a:pPr marL="457200" indent="-457200">
              <a:buFontTx/>
              <a:buChar char="-"/>
            </a:pPr>
            <a:endParaRPr lang="vi-VN" sz="3200" dirty="0" smtClean="0"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3200" dirty="0">
                <a:cs typeface="Times New Roman" panose="02020603050405020304" pitchFamily="18" charset="0"/>
              </a:rPr>
              <a:t>Rõ ràng, tường minh từng chức năng.</a:t>
            </a:r>
          </a:p>
          <a:p>
            <a:pPr marL="457200" indent="-457200">
              <a:buFontTx/>
              <a:buChar char="-"/>
            </a:pPr>
            <a:endParaRPr lang="vi-VN" sz="3200" dirty="0"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3200" dirty="0" smtClean="0">
                <a:cs typeface="Times New Roman" panose="02020603050405020304" pitchFamily="18" charset="0"/>
              </a:rPr>
              <a:t>Có thể tái sử dụng lại code.</a:t>
            </a:r>
          </a:p>
          <a:p>
            <a:pPr marL="457200" indent="-457200">
              <a:buFontTx/>
              <a:buChar char="-"/>
            </a:pPr>
            <a:endParaRPr lang="vi-VN" sz="3200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349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7625" y="1609725"/>
            <a:ext cx="301942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62349" y="344210"/>
            <a:ext cx="8181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dirty="0" smtClean="0">
                <a:latin typeface="+mj-lt"/>
                <a:cs typeface="Times New Roman" panose="02020603050405020304" pitchFamily="18" charset="0"/>
              </a:rPr>
              <a:t>Hàm trông như thế nào ?</a:t>
            </a:r>
            <a:endParaRPr lang="en-US" sz="6000" dirty="0">
              <a:latin typeface="+mj-lt"/>
            </a:endParaRPr>
          </a:p>
          <a:p>
            <a:endParaRPr lang="en-US" sz="60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1157" y="1800225"/>
            <a:ext cx="2385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200" dirty="0" smtClean="0">
                <a:latin typeface="+mj-lt"/>
              </a:rPr>
              <a:t>Một số ví dụ:</a:t>
            </a:r>
            <a:endParaRPr lang="en-US" sz="32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77" y="2673042"/>
            <a:ext cx="3048000" cy="14112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751" y="1990726"/>
            <a:ext cx="4199271" cy="21980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606" y="4372361"/>
            <a:ext cx="5103223" cy="215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212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5" y="269967"/>
            <a:ext cx="771579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500" dirty="0" smtClean="0">
                <a:latin typeface="+mj-lt"/>
              </a:rPr>
              <a:t>Khai báo, Định Nghĩa</a:t>
            </a:r>
            <a:endParaRPr lang="en-US" sz="5500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5394" y="1645921"/>
            <a:ext cx="1130372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 smtClean="0"/>
              <a:t>Ta phân biệt hai khái niệm: khai báo là khai báo nguyên mẫu. Còn định nghĩa là viết nội dung cụ thể của hàm.</a:t>
            </a:r>
          </a:p>
          <a:p>
            <a:pPr marL="457200" indent="-457200">
              <a:buFontTx/>
              <a:buChar char="-"/>
            </a:pPr>
            <a:endParaRPr lang="vi-VN" sz="2800" dirty="0" smtClean="0">
              <a:latin typeface="+mj-lt"/>
            </a:endParaRPr>
          </a:p>
          <a:p>
            <a:pPr marL="457200" indent="-457200">
              <a:buFontTx/>
              <a:buChar char="-"/>
            </a:pPr>
            <a:r>
              <a:rPr lang="vi-VN" sz="2800" dirty="0" smtClean="0"/>
              <a:t>Khai báo: </a:t>
            </a:r>
          </a:p>
          <a:p>
            <a:pPr lvl="2"/>
            <a:r>
              <a:rPr lang="vi-VN" sz="2400" dirty="0" smtClean="0">
                <a:solidFill>
                  <a:srgbClr val="FFFF00"/>
                </a:solidFill>
              </a:rPr>
              <a:t>Kiểu_trả_về</a:t>
            </a:r>
            <a:r>
              <a:rPr lang="vi-VN" sz="2400" dirty="0" smtClean="0"/>
              <a:t>  </a:t>
            </a:r>
            <a:r>
              <a:rPr lang="vi-VN" sz="2400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vi-VN" sz="2400" dirty="0" smtClean="0">
                <a:solidFill>
                  <a:schemeClr val="accent2">
                    <a:lumMod val="75000"/>
                  </a:schemeClr>
                </a:solidFill>
              </a:rPr>
              <a:t>ên_hàm</a:t>
            </a:r>
            <a:r>
              <a:rPr lang="vi-VN" sz="2400" dirty="0" smtClean="0"/>
              <a:t>( khai báo </a:t>
            </a:r>
            <a:r>
              <a:rPr lang="vi-VN" sz="2400" dirty="0" smtClean="0">
                <a:solidFill>
                  <a:schemeClr val="accent6">
                    <a:lumMod val="75000"/>
                  </a:schemeClr>
                </a:solidFill>
              </a:rPr>
              <a:t>danh_sách_tham_số</a:t>
            </a:r>
            <a:r>
              <a:rPr lang="vi-VN" sz="2400" dirty="0" smtClean="0"/>
              <a:t> ) ;</a:t>
            </a:r>
          </a:p>
          <a:p>
            <a:pPr marL="457200" indent="-457200">
              <a:buFontTx/>
              <a:buChar char="-"/>
            </a:pPr>
            <a:endParaRPr lang="vi-VN" sz="2400" dirty="0"/>
          </a:p>
          <a:p>
            <a:pPr marL="457200" indent="-457200">
              <a:buFontTx/>
              <a:buChar char="-"/>
            </a:pPr>
            <a:r>
              <a:rPr lang="vi-VN" sz="2800" dirty="0" smtClean="0"/>
              <a:t>Định nghĩa: </a:t>
            </a:r>
          </a:p>
          <a:p>
            <a:pPr lvl="1"/>
            <a:r>
              <a:rPr lang="vi-VN" sz="2400" dirty="0" smtClean="0">
                <a:solidFill>
                  <a:srgbClr val="FFFF00"/>
                </a:solidFill>
              </a:rPr>
              <a:t>	Kiểu_trả_về</a:t>
            </a:r>
            <a:r>
              <a:rPr lang="vi-VN" sz="2400" dirty="0" smtClean="0"/>
              <a:t>  </a:t>
            </a:r>
            <a:r>
              <a:rPr lang="vi-VN" sz="2400" dirty="0">
                <a:solidFill>
                  <a:schemeClr val="accent2">
                    <a:lumMod val="75000"/>
                  </a:schemeClr>
                </a:solidFill>
              </a:rPr>
              <a:t>tên_hàm</a:t>
            </a:r>
            <a:r>
              <a:rPr lang="vi-VN" sz="2400" dirty="0" smtClean="0"/>
              <a:t>( khai báo </a:t>
            </a:r>
            <a:r>
              <a:rPr lang="vi-VN" sz="2400" dirty="0">
                <a:solidFill>
                  <a:schemeClr val="accent6">
                    <a:lumMod val="75000"/>
                  </a:schemeClr>
                </a:solidFill>
              </a:rPr>
              <a:t>danh_sách_tham_số</a:t>
            </a:r>
            <a:r>
              <a:rPr lang="vi-VN" sz="2400" dirty="0"/>
              <a:t> </a:t>
            </a:r>
            <a:r>
              <a:rPr lang="vi-VN" sz="2800" dirty="0" smtClean="0"/>
              <a:t>){</a:t>
            </a:r>
          </a:p>
          <a:p>
            <a:pPr lvl="1"/>
            <a:r>
              <a:rPr lang="vi-VN" sz="2800" dirty="0">
                <a:latin typeface="+mj-lt"/>
              </a:rPr>
              <a:t>	</a:t>
            </a:r>
            <a:r>
              <a:rPr lang="vi-VN" sz="2800" dirty="0" smtClean="0">
                <a:latin typeface="+mj-lt"/>
              </a:rPr>
              <a:t>	</a:t>
            </a:r>
            <a:r>
              <a:rPr lang="vi-VN" sz="2400" dirty="0" smtClean="0">
                <a:solidFill>
                  <a:schemeClr val="accent2">
                    <a:lumMod val="75000"/>
                  </a:schemeClr>
                </a:solidFill>
              </a:rPr>
              <a:t>// khối lệnh</a:t>
            </a:r>
          </a:p>
          <a:p>
            <a:pPr lvl="1"/>
            <a:r>
              <a:rPr lang="vi-VN" sz="24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vi-VN" sz="24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vi-VN" sz="2400" dirty="0" smtClean="0">
                <a:solidFill>
                  <a:schemeClr val="accent1">
                    <a:lumMod val="75000"/>
                  </a:schemeClr>
                </a:solidFill>
              </a:rPr>
              <a:t>return </a:t>
            </a:r>
            <a:r>
              <a:rPr lang="vi-VN" sz="2400" dirty="0" smtClean="0">
                <a:solidFill>
                  <a:srgbClr val="FFFF00"/>
                </a:solidFill>
              </a:rPr>
              <a:t>Giá_trị </a:t>
            </a:r>
            <a:r>
              <a:rPr lang="vi-VN" sz="2400" dirty="0" smtClean="0"/>
              <a:t>; </a:t>
            </a:r>
            <a:r>
              <a:rPr lang="vi-VN" sz="2400" dirty="0" smtClean="0">
                <a:solidFill>
                  <a:srgbClr val="00B0F0"/>
                </a:solidFill>
              </a:rPr>
              <a:t>// nếu kiểu_trả_về là void thì không cần câu lệnh này	</a:t>
            </a:r>
          </a:p>
          <a:p>
            <a:pPr lvl="1"/>
            <a:r>
              <a:rPr lang="vi-VN" sz="2400" dirty="0" smtClean="0">
                <a:latin typeface="+mj-lt"/>
              </a:rPr>
              <a:t>	}</a:t>
            </a:r>
            <a:endParaRPr lang="vi-VN" sz="2800" dirty="0" smtClean="0"/>
          </a:p>
          <a:p>
            <a:pPr marL="457200" indent="-457200">
              <a:buFontTx/>
              <a:buChar char="-"/>
            </a:pPr>
            <a:endParaRPr lang="vi-VN" sz="2400" dirty="0" smtClean="0"/>
          </a:p>
        </p:txBody>
      </p:sp>
    </p:spTree>
    <p:extLst>
      <p:ext uri="{BB962C8B-B14F-4D97-AF65-F5344CB8AC3E}">
        <p14:creationId xmlns:p14="http://schemas.microsoft.com/office/powerpoint/2010/main" val="42829843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5" y="269967"/>
            <a:ext cx="771579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500" dirty="0" smtClean="0">
                <a:latin typeface="+mj-lt"/>
              </a:rPr>
              <a:t>Khai báo, Định Nghĩa</a:t>
            </a:r>
            <a:endParaRPr lang="en-US" sz="5500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19" y="1489165"/>
            <a:ext cx="106331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cs typeface="Times New Roman" panose="02020603050405020304" pitchFamily="18" charset="0"/>
              </a:rPr>
              <a:t>Trong đó:</a:t>
            </a:r>
          </a:p>
          <a:p>
            <a:pPr marL="342900" indent="-342900">
              <a:buFontTx/>
              <a:buChar char="-"/>
            </a:pPr>
            <a:r>
              <a:rPr lang="vi-VN" sz="2800" dirty="0" smtClean="0">
                <a:solidFill>
                  <a:srgbClr val="FFFF00"/>
                </a:solidFill>
              </a:rPr>
              <a:t>Kiểu_trả_về:  </a:t>
            </a:r>
            <a:r>
              <a:rPr lang="vi-VN" sz="2800" dirty="0" smtClean="0"/>
              <a:t>là kiểu hợp lệ trong ngôn ngữ C, thường là void, kiểu cơ bản ( nguyên thủy ), kiểu con trỏ, ... </a:t>
            </a:r>
          </a:p>
          <a:p>
            <a:pPr marL="342900" indent="-342900">
              <a:buFontTx/>
              <a:buChar char="-"/>
            </a:pPr>
            <a:endParaRPr lang="vi-VN" sz="2800" dirty="0" smtClean="0"/>
          </a:p>
          <a:p>
            <a:pPr marL="342900" indent="-342900">
              <a:buFontTx/>
              <a:buChar char="-"/>
            </a:pPr>
            <a:r>
              <a:rPr lang="vi-VN" sz="2800" dirty="0" smtClean="0">
                <a:solidFill>
                  <a:srgbClr val="00B0F0"/>
                </a:solidFill>
                <a:cs typeface="Times New Roman" panose="02020603050405020304" pitchFamily="18" charset="0"/>
              </a:rPr>
              <a:t>Tên_hàm:</a:t>
            </a:r>
            <a:r>
              <a:rPr lang="vi-VN" sz="28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 </a:t>
            </a:r>
            <a:r>
              <a:rPr lang="vi-VN" sz="2800" dirty="0" smtClean="0">
                <a:cs typeface="Times New Roman" panose="02020603050405020304" pitchFamily="18" charset="0"/>
              </a:rPr>
              <a:t>do người dùng tự đặt, liên quan đến chứ năng của hàm, tránh các keyword, theo quy tắc CamelCase.</a:t>
            </a:r>
          </a:p>
          <a:p>
            <a:pPr marL="342900" indent="-342900">
              <a:buFontTx/>
              <a:buChar char="-"/>
            </a:pPr>
            <a:endParaRPr lang="vi-VN" sz="2800" dirty="0" smtClean="0"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 smtClean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Danh_sách_tham_số:</a:t>
            </a:r>
            <a:r>
              <a:rPr lang="vi-VN" sz="2800" dirty="0">
                <a:solidFill>
                  <a:srgbClr val="FFFF00"/>
                </a:solidFill>
                <a:cs typeface="Times New Roman" panose="02020603050405020304" pitchFamily="18" charset="0"/>
              </a:rPr>
              <a:t> </a:t>
            </a:r>
            <a:r>
              <a:rPr lang="vi-VN" sz="2800" dirty="0" smtClean="0">
                <a:cs typeface="Times New Roman" panose="02020603050405020304" pitchFamily="18" charset="0"/>
              </a:rPr>
              <a:t>không bắt buộc, các </a:t>
            </a:r>
            <a:r>
              <a:rPr lang="vi-VN" sz="2800" dirty="0" smtClean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tham_số</a:t>
            </a:r>
            <a:r>
              <a:rPr lang="vi-VN" sz="2800" dirty="0" smtClean="0">
                <a:cs typeface="Times New Roman" panose="02020603050405020304" pitchFamily="18" charset="0"/>
              </a:rPr>
              <a:t> có thể có hoặc không tùy thuộc vào mục đích sử dụng của hàm đó.</a:t>
            </a:r>
          </a:p>
          <a:p>
            <a:pPr marL="342900" indent="-342900">
              <a:buFontTx/>
              <a:buChar char="-"/>
            </a:pPr>
            <a:endParaRPr lang="vi-VN" sz="2800" dirty="0"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Thân  hàm</a:t>
            </a:r>
            <a:r>
              <a:rPr lang="vi-VN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r>
              <a:rPr lang="vi-VN" sz="2800" dirty="0" smtClean="0">
                <a:cs typeface="Times New Roman" panose="02020603050405020304" pitchFamily="18" charset="0"/>
              </a:rPr>
              <a:t> gồm các câu lệnh thực hiện chức năng của hàm.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032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3393" y="104503"/>
            <a:ext cx="552123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hàm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8240" y="1201782"/>
            <a:ext cx="1009323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thành 2 loại:</a:t>
            </a:r>
          </a:p>
          <a:p>
            <a:pPr marL="457200" indent="-457200">
              <a:buFontTx/>
              <a:buChar char="-"/>
            </a:pPr>
            <a:r>
              <a:rPr lang="vi-VN" sz="28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Hàm trả về: </a:t>
            </a:r>
            <a:r>
              <a:rPr lang="vi-VN" sz="2800" dirty="0" smtClean="0">
                <a:cs typeface="Times New Roman" panose="02020603050405020304" pitchFamily="18" charset="0"/>
              </a:rPr>
              <a:t>có kiểu trả về khác </a:t>
            </a:r>
            <a:r>
              <a:rPr lang="vi-VN" sz="2800" dirty="0" smtClean="0">
                <a:solidFill>
                  <a:srgbClr val="00B0F0"/>
                </a:solidFill>
                <a:cs typeface="Times New Roman" panose="02020603050405020304" pitchFamily="18" charset="0"/>
              </a:rPr>
              <a:t>void</a:t>
            </a:r>
          </a:p>
          <a:p>
            <a:pPr marL="457200" indent="-457200">
              <a:buFontTx/>
              <a:buChar char="-"/>
            </a:pP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vi-V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vi-V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28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Hàm không trả về: </a:t>
            </a:r>
            <a:r>
              <a:rPr lang="vi-VN" sz="2800" dirty="0" smtClean="0">
                <a:cs typeface="Times New Roman" panose="02020603050405020304" pitchFamily="18" charset="0"/>
              </a:rPr>
              <a:t>có kiểu trả về là </a:t>
            </a:r>
            <a:r>
              <a:rPr lang="vi-VN" sz="2800" dirty="0" smtClean="0">
                <a:solidFill>
                  <a:srgbClr val="00B0F0"/>
                </a:solidFill>
                <a:cs typeface="Times New Roman" panose="02020603050405020304" pitchFamily="18" charset="0"/>
              </a:rPr>
              <a:t>void</a:t>
            </a:r>
            <a:endParaRPr lang="en-US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2451463"/>
            <a:ext cx="4085094" cy="12073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20" y="4612316"/>
            <a:ext cx="4746171" cy="124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75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177" y="191589"/>
            <a:ext cx="104851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 sao để sử dụng được ?</a:t>
            </a:r>
          </a:p>
          <a:p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2115" y="1761249"/>
            <a:ext cx="6017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latin typeface="+mj-lt"/>
              </a:rPr>
              <a:t>-	</a:t>
            </a:r>
            <a:r>
              <a:rPr lang="vi-VN" sz="3200" dirty="0" smtClean="0">
                <a:solidFill>
                  <a:srgbClr val="FFFF00"/>
                </a:solidFill>
              </a:rPr>
              <a:t>Lời gọi hàm </a:t>
            </a:r>
            <a:r>
              <a:rPr lang="vi-VN" sz="2400" dirty="0" smtClean="0"/>
              <a:t>(call Funstion)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935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5051" y="113212"/>
            <a:ext cx="60176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minh họa 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1" y="1423686"/>
            <a:ext cx="11751774" cy="534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832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5051" y="113212"/>
            <a:ext cx="60176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minh họa 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97" y="1183413"/>
            <a:ext cx="9439275" cy="27146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96" y="4198755"/>
            <a:ext cx="94392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502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89124" y="1952744"/>
            <a:ext cx="7614585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7000" dirty="0">
                <a:latin typeface="+mj-lt"/>
                <a:cs typeface="Arial" panose="020B0604020202020204" pitchFamily="34" charset="0"/>
              </a:rPr>
              <a:t>Thanks for </a:t>
            </a:r>
            <a:r>
              <a:rPr lang="vi-VN" sz="7000" dirty="0" smtClean="0">
                <a:latin typeface="+mj-lt"/>
                <a:cs typeface="Arial" panose="020B0604020202020204" pitchFamily="34" charset="0"/>
              </a:rPr>
              <a:t>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0752" y="5366664"/>
            <a:ext cx="9283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 smtClean="0"/>
              <a:t>Mọi chi tiết góp ý liên hệ: </a:t>
            </a:r>
            <a:r>
              <a:rPr lang="vi-VN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Nguyễn Quốc Tuấn</a:t>
            </a:r>
          </a:p>
          <a:p>
            <a:r>
              <a:rPr lang="vi-VN" sz="2000" dirty="0" smtClean="0"/>
              <a:t>Email</a:t>
            </a:r>
            <a:r>
              <a:rPr lang="vi-VN" sz="2000" dirty="0" smtClean="0"/>
              <a:t>: </a:t>
            </a:r>
            <a:r>
              <a:rPr lang="vi-VN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linhty1802@gmail.com</a:t>
            </a:r>
          </a:p>
          <a:p>
            <a:r>
              <a:rPr lang="vi-VN" sz="2000" dirty="0" smtClean="0"/>
              <a:t>GitHub: </a:t>
            </a:r>
            <a:r>
              <a:rPr lang="en-US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https</a:t>
            </a: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://</a:t>
            </a:r>
            <a:r>
              <a:rPr lang="en-US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github.com/quocTuan02/demo/tree/master/C</a:t>
            </a: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86253" y="6465454"/>
            <a:ext cx="42475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2019 Nguyễn Quốc Tuấn Designers</a:t>
            </a:r>
          </a:p>
          <a:p>
            <a:pPr algn="r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5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2128</TotalTime>
  <Words>394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Quốc Tuấn Nguyễn</dc:creator>
  <cp:lastModifiedBy>Quốc Tuấn Nguyễn</cp:lastModifiedBy>
  <cp:revision>40</cp:revision>
  <dcterms:created xsi:type="dcterms:W3CDTF">2019-05-27T14:14:39Z</dcterms:created>
  <dcterms:modified xsi:type="dcterms:W3CDTF">2019-05-31T15:22:21Z</dcterms:modified>
</cp:coreProperties>
</file>